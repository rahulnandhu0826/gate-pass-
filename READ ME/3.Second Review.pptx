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71" r:id="rId13"/>
    <p:sldId id="266" r:id="rId14"/>
    <p:sldId id="267" r:id="rId15"/>
    <p:sldId id="269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7DEA97-B09B-4090-BD7A-4099154D8B9D}" v="9" dt="2026-03-13T04:44:23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B" userId="563d0c6b30d3d210" providerId="LiveId" clId="{8A31012F-CC25-4222-A18B-AE0C79503198}"/>
    <pc:docChg chg="undo redo custSel modSld">
      <pc:chgData name="RAHUL B" userId="563d0c6b30d3d210" providerId="LiveId" clId="{8A31012F-CC25-4222-A18B-AE0C79503198}" dt="2026-03-13T05:18:27.047" v="48" actId="20577"/>
      <pc:docMkLst>
        <pc:docMk/>
      </pc:docMkLst>
      <pc:sldChg chg="modSp mod">
        <pc:chgData name="RAHUL B" userId="563d0c6b30d3d210" providerId="LiveId" clId="{8A31012F-CC25-4222-A18B-AE0C79503198}" dt="2026-03-13T05:18:15.189" v="47" actId="14100"/>
        <pc:sldMkLst>
          <pc:docMk/>
          <pc:sldMk cId="2409273375" sldId="256"/>
        </pc:sldMkLst>
        <pc:spChg chg="mod">
          <ac:chgData name="RAHUL B" userId="563d0c6b30d3d210" providerId="LiveId" clId="{8A31012F-CC25-4222-A18B-AE0C79503198}" dt="2026-03-13T05:14:17.961" v="41" actId="6549"/>
          <ac:spMkLst>
            <pc:docMk/>
            <pc:sldMk cId="2409273375" sldId="256"/>
            <ac:spMk id="3" creationId="{27A2EA0E-7567-E99B-8FB8-6486C4A61731}"/>
          </ac:spMkLst>
        </pc:spChg>
        <pc:picChg chg="mod">
          <ac:chgData name="RAHUL B" userId="563d0c6b30d3d210" providerId="LiveId" clId="{8A31012F-CC25-4222-A18B-AE0C79503198}" dt="2026-03-13T05:18:15.189" v="47" actId="14100"/>
          <ac:picMkLst>
            <pc:docMk/>
            <pc:sldMk cId="2409273375" sldId="256"/>
            <ac:picMk id="15" creationId="{ACCE684E-23AA-7A0B-2B79-95BE4D1133B9}"/>
          </ac:picMkLst>
        </pc:picChg>
      </pc:sldChg>
      <pc:sldChg chg="modSp mod">
        <pc:chgData name="RAHUL B" userId="563d0c6b30d3d210" providerId="LiveId" clId="{8A31012F-CC25-4222-A18B-AE0C79503198}" dt="2026-03-13T05:18:27.047" v="48" actId="20577"/>
        <pc:sldMkLst>
          <pc:docMk/>
          <pc:sldMk cId="2933025948" sldId="257"/>
        </pc:sldMkLst>
        <pc:spChg chg="mod">
          <ac:chgData name="RAHUL B" userId="563d0c6b30d3d210" providerId="LiveId" clId="{8A31012F-CC25-4222-A18B-AE0C79503198}" dt="2026-03-13T05:18:27.047" v="48" actId="20577"/>
          <ac:spMkLst>
            <pc:docMk/>
            <pc:sldMk cId="2933025948" sldId="257"/>
            <ac:spMk id="3" creationId="{6CA4AFB7-9909-E70D-F4E9-CF6448B03AAE}"/>
          </ac:spMkLst>
        </pc:spChg>
      </pc:sldChg>
      <pc:sldChg chg="modSp mod">
        <pc:chgData name="RAHUL B" userId="563d0c6b30d3d210" providerId="LiveId" clId="{8A31012F-CC25-4222-A18B-AE0C79503198}" dt="2026-03-13T05:14:47.136" v="44" actId="20577"/>
        <pc:sldMkLst>
          <pc:docMk/>
          <pc:sldMk cId="1774673547" sldId="259"/>
        </pc:sldMkLst>
        <pc:spChg chg="mod">
          <ac:chgData name="RAHUL B" userId="563d0c6b30d3d210" providerId="LiveId" clId="{8A31012F-CC25-4222-A18B-AE0C79503198}" dt="2026-03-13T05:14:47.136" v="44" actId="20577"/>
          <ac:spMkLst>
            <pc:docMk/>
            <pc:sldMk cId="1774673547" sldId="259"/>
            <ac:spMk id="3" creationId="{93B4F0C9-A8A4-122F-46A0-A7D28D5E6042}"/>
          </ac:spMkLst>
        </pc:spChg>
      </pc:sldChg>
      <pc:sldChg chg="modSp mod">
        <pc:chgData name="RAHUL B" userId="563d0c6b30d3d210" providerId="LiveId" clId="{8A31012F-CC25-4222-A18B-AE0C79503198}" dt="2026-03-13T04:42:29.428" v="17" actId="12"/>
        <pc:sldMkLst>
          <pc:docMk/>
          <pc:sldMk cId="1073911614" sldId="260"/>
        </pc:sldMkLst>
        <pc:spChg chg="mod">
          <ac:chgData name="RAHUL B" userId="563d0c6b30d3d210" providerId="LiveId" clId="{8A31012F-CC25-4222-A18B-AE0C79503198}" dt="2026-03-13T04:42:29.428" v="17" actId="12"/>
          <ac:spMkLst>
            <pc:docMk/>
            <pc:sldMk cId="1073911614" sldId="260"/>
            <ac:spMk id="3" creationId="{76A948FE-E27F-6300-34CC-9C5AFEE16A8D}"/>
          </ac:spMkLst>
        </pc:spChg>
      </pc:sldChg>
      <pc:sldChg chg="modSp mod">
        <pc:chgData name="RAHUL B" userId="563d0c6b30d3d210" providerId="LiveId" clId="{8A31012F-CC25-4222-A18B-AE0C79503198}" dt="2026-03-13T04:42:05.890" v="15" actId="20577"/>
        <pc:sldMkLst>
          <pc:docMk/>
          <pc:sldMk cId="3460153480" sldId="262"/>
        </pc:sldMkLst>
        <pc:spChg chg="mod">
          <ac:chgData name="RAHUL B" userId="563d0c6b30d3d210" providerId="LiveId" clId="{8A31012F-CC25-4222-A18B-AE0C79503198}" dt="2026-03-13T04:42:05.890" v="15" actId="20577"/>
          <ac:spMkLst>
            <pc:docMk/>
            <pc:sldMk cId="3460153480" sldId="262"/>
            <ac:spMk id="3" creationId="{B8D94723-EC83-3F29-0756-73ADDD02EA45}"/>
          </ac:spMkLst>
        </pc:spChg>
      </pc:sldChg>
      <pc:sldChg chg="modSp mod">
        <pc:chgData name="RAHUL B" userId="563d0c6b30d3d210" providerId="LiveId" clId="{8A31012F-CC25-4222-A18B-AE0C79503198}" dt="2026-03-13T05:15:20.262" v="45" actId="20577"/>
        <pc:sldMkLst>
          <pc:docMk/>
          <pc:sldMk cId="3981884797" sldId="265"/>
        </pc:sldMkLst>
        <pc:spChg chg="mod">
          <ac:chgData name="RAHUL B" userId="563d0c6b30d3d210" providerId="LiveId" clId="{8A31012F-CC25-4222-A18B-AE0C79503198}" dt="2026-03-13T05:15:20.262" v="45" actId="20577"/>
          <ac:spMkLst>
            <pc:docMk/>
            <pc:sldMk cId="3981884797" sldId="265"/>
            <ac:spMk id="3" creationId="{21875090-F935-DC93-136F-C395912C1E9C}"/>
          </ac:spMkLst>
        </pc:spChg>
      </pc:sldChg>
      <pc:sldChg chg="addSp delSp modSp mod">
        <pc:chgData name="RAHUL B" userId="563d0c6b30d3d210" providerId="LiveId" clId="{8A31012F-CC25-4222-A18B-AE0C79503198}" dt="2026-03-13T04:44:47.489" v="38" actId="478"/>
        <pc:sldMkLst>
          <pc:docMk/>
          <pc:sldMk cId="1881613999" sldId="272"/>
        </pc:sldMkLst>
        <pc:spChg chg="add del mod">
          <ac:chgData name="RAHUL B" userId="563d0c6b30d3d210" providerId="LiveId" clId="{8A31012F-CC25-4222-A18B-AE0C79503198}" dt="2026-03-13T04:44:47.489" v="38" actId="478"/>
          <ac:spMkLst>
            <pc:docMk/>
            <pc:sldMk cId="1881613999" sldId="272"/>
            <ac:spMk id="2" creationId="{CEBF6AC9-715E-28FD-7AE5-BC6052A14DC5}"/>
          </ac:spMkLst>
        </pc:spChg>
        <pc:spChg chg="add del mod">
          <ac:chgData name="RAHUL B" userId="563d0c6b30d3d210" providerId="LiveId" clId="{8A31012F-CC25-4222-A18B-AE0C79503198}" dt="2026-03-13T04:44:35.858" v="37" actId="20577"/>
          <ac:spMkLst>
            <pc:docMk/>
            <pc:sldMk cId="1881613999" sldId="272"/>
            <ac:spMk id="3" creationId="{D5451F1F-4E78-52C9-6D39-7C13AA1CF43F}"/>
          </ac:spMkLst>
        </pc:spChg>
        <pc:picChg chg="add del mod ord">
          <ac:chgData name="RAHUL B" userId="563d0c6b30d3d210" providerId="LiveId" clId="{8A31012F-CC25-4222-A18B-AE0C79503198}" dt="2026-03-13T04:44:11.737" v="30" actId="22"/>
          <ac:picMkLst>
            <pc:docMk/>
            <pc:sldMk cId="1881613999" sldId="272"/>
            <ac:picMk id="5" creationId="{9CC50245-6F3F-6785-7D0C-27603C763C4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7083-E32F-48D6-AF59-0421326628C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91C2-9DDA-4563-B257-DB927F584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206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7083-E32F-48D6-AF59-0421326628C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91C2-9DDA-4563-B257-DB927F584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632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7083-E32F-48D6-AF59-0421326628C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91C2-9DDA-4563-B257-DB927F584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085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7083-E32F-48D6-AF59-0421326628C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91C2-9DDA-4563-B257-DB927F584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97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7083-E32F-48D6-AF59-0421326628C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91C2-9DDA-4563-B257-DB927F584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278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7083-E32F-48D6-AF59-0421326628C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91C2-9DDA-4563-B257-DB927F584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907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7083-E32F-48D6-AF59-0421326628C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91C2-9DDA-4563-B257-DB927F584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976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7083-E32F-48D6-AF59-0421326628C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91C2-9DDA-4563-B257-DB927F584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818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7083-E32F-48D6-AF59-0421326628C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91C2-9DDA-4563-B257-DB927F584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935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7083-E32F-48D6-AF59-0421326628C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91C2-9DDA-4563-B257-DB927F584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46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7083-E32F-48D6-AF59-0421326628C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91C2-9DDA-4563-B257-DB927F584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508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7083-E32F-48D6-AF59-0421326628C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91C2-9DDA-4563-B257-DB927F584AA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8313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7083-E32F-48D6-AF59-0421326628C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91C2-9DDA-4563-B257-DB927F584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639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7083-E32F-48D6-AF59-0421326628C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91C2-9DDA-4563-B257-DB927F584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5476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7083-E32F-48D6-AF59-0421326628C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91C2-9DDA-4563-B257-DB927F584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136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7083-E32F-48D6-AF59-0421326628C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91C2-9DDA-4563-B257-DB927F584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472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7083-E32F-48D6-AF59-0421326628C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091C2-9DDA-4563-B257-DB927F584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03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2257083-E32F-48D6-AF59-0421326628C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091C2-9DDA-4563-B257-DB927F584A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1725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35D93-2EE8-D4EE-B9AF-D971D5626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147484"/>
            <a:ext cx="5854648" cy="2015613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solidFill>
                  <a:schemeClr val="accent4"/>
                </a:solidFill>
                <a:latin typeface="Franklin Gothic Demi Cond" panose="020B0706030402020204" pitchFamily="34" charset="0"/>
              </a:rPr>
              <a:t>GATEPASS MONITORING SYSTEM</a:t>
            </a:r>
            <a:endParaRPr lang="en-IN" sz="5400" dirty="0">
              <a:solidFill>
                <a:schemeClr val="accent4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A2EA0E-7567-E99B-8FB8-6486C4A61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6477" y="3097160"/>
            <a:ext cx="5673213" cy="2998839"/>
          </a:xfrm>
        </p:spPr>
        <p:txBody>
          <a:bodyPr>
            <a:normAutofit/>
          </a:bodyPr>
          <a:lstStyle/>
          <a:p>
            <a:r>
              <a:rPr lang="en-US" b="1" dirty="0"/>
              <a:t>Guide</a:t>
            </a:r>
            <a:r>
              <a:rPr lang="en-US" dirty="0"/>
              <a:t>:					</a:t>
            </a:r>
            <a:r>
              <a:rPr lang="en-US" b="1" dirty="0"/>
              <a:t> Team Members</a:t>
            </a:r>
            <a:r>
              <a:rPr lang="en-US" dirty="0"/>
              <a:t>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Divya S Nair</a:t>
            </a:r>
            <a:endParaRPr lang="en-US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   Meenu V 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Pavithra J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Rahul B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Jithu S Sivan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ACCE684E-23AA-7A0B-2B79-95BE4D1133B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0" r="15000"/>
          <a:stretch>
            <a:fillRect/>
          </a:stretch>
        </p:blipFill>
        <p:spPr>
          <a:xfrm>
            <a:off x="6478366" y="1100667"/>
            <a:ext cx="5574890" cy="565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9273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AD37C-D0BF-E4E7-5C08-4340CD13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</p:spPr>
        <p:txBody>
          <a:bodyPr/>
          <a:lstStyle/>
          <a:p>
            <a:r>
              <a:rPr lang="en-US" dirty="0"/>
              <a:t>Table of Content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4AFB7-9909-E70D-F4E9-CF6448B03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516"/>
            <a:ext cx="10515600" cy="480044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Review Objectives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Review Completion Status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02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73EA8-0F7A-EC84-B573-462DD0507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491"/>
            <a:ext cx="10515600" cy="914399"/>
          </a:xfrm>
        </p:spPr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946ABF6-EB2E-ADFF-1E77-1DA7943101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2955" y="1016961"/>
            <a:ext cx="1108095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Gate pass Monitoring System is a digital system used to manage and track student entry and exit from a college campus.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many colleges, gate passes are issued manually, which can lead to errors, misuse, and difficulty in maintaining records.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system automates the process of requesting, approving, and verifying gate passes.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request a gate pass, and the concerned authority can approve or reject it through the system.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maintain proper records and allows security staff to verify approved gate passes easily.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it improves security, reduces paperwork, and makes the gate pass process faster and more efficient.</a:t>
            </a:r>
          </a:p>
        </p:txBody>
      </p:sp>
    </p:spTree>
    <p:extLst>
      <p:ext uri="{BB962C8B-B14F-4D97-AF65-F5344CB8AC3E}">
        <p14:creationId xmlns:p14="http://schemas.microsoft.com/office/powerpoint/2010/main" val="2875912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FF86E-D9B1-A381-0744-DDB1AFC20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49"/>
            <a:ext cx="10515600" cy="1061883"/>
          </a:xfrm>
        </p:spPr>
        <p:txBody>
          <a:bodyPr/>
          <a:lstStyle/>
          <a:p>
            <a:r>
              <a:rPr lang="en-US" dirty="0"/>
              <a:t>Literature Review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4F0C9-A8A4-122F-46A0-A7D28D5E6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335"/>
            <a:ext cx="10515600" cy="4672628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colleges use manual gate pass registers to record student entry and exit from the campus. In the manual system, security staff write student details in a register, which takes more time and effort.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records may sometimes be lost, damaged, or written incorrectly, which makes tracking difficult. Researchers suggest using a digital or automated gate pass monitoring system to solve these problems.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can request gate pass manually and the advisor can approve or reject them by scanning the barcode of student 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approval, a notification is sent to parent automatically and then the gate pass information is stored in a database for future reference.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use barcodes of student ID cards to verify the gate pass quickly at the college gate.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security staff can scan the code or ID card to check whether the gate pass is valid or not.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systems help colleges save time, reduce paperwork, improve security, and manage student movement effectively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4673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6C1AB-7CA4-9B0E-5A51-90A81BA9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926"/>
            <a:ext cx="10515600" cy="1042221"/>
          </a:xfrm>
        </p:spPr>
        <p:txBody>
          <a:bodyPr/>
          <a:lstStyle/>
          <a:p>
            <a:r>
              <a:rPr lang="en-US" dirty="0"/>
              <a:t>Second Review 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948FE-E27F-6300-34CC-9C5AFEE16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832"/>
            <a:ext cx="10515600" cy="4643131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Advisor Approval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module where the advisor can review and approve or reject student gate pass requests.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that only valid requests are forwarded to the next level of approval.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HOD Verification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module that allows the Head of Department (HOD) to verify and approve the advisor-approved gate pass requests.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departmental control and monitoring of student exits.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Security Verification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module for the security staff to verify approved gate passes at the college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gate.To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 entry and exit details of students for security purposes.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 and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all modules including Student, Advisor, HOD, and Security modules.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test the complete workflow of the Gate Pass Monitoring System and evaluate system performance for final implementation.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911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3A8C6-4188-D878-A8F4-32E69DDBD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156"/>
            <a:ext cx="10515600" cy="1071716"/>
          </a:xfrm>
        </p:spPr>
        <p:txBody>
          <a:bodyPr/>
          <a:lstStyle/>
          <a:p>
            <a:r>
              <a:rPr lang="en-US" dirty="0"/>
              <a:t>Problem Statements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A17A1-96AB-18B0-433E-B35C4BDD8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7187"/>
            <a:ext cx="10515600" cy="483977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colleges use a manual gate pass system using paper or registers.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manual system is time-consuming for both students and security staff.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errors can occur while writing or checking the details.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 pass records may be lost, damaged, or difficult to maintain.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hard for college authorities to track student entry and exit properly.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gate passes can be misused or duplicated, which affects campus security.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centralized digital record to store and manage student movement.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digital gate pass monitoring system is needed to improve security, accuracy, and efficiency.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622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03A64-1EE3-A54D-A293-67B1F6902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142"/>
            <a:ext cx="10515600" cy="757084"/>
          </a:xfrm>
        </p:spPr>
        <p:txBody>
          <a:bodyPr/>
          <a:lstStyle/>
          <a:p>
            <a:r>
              <a:rPr lang="en-US" dirty="0"/>
              <a:t>Proposed System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94723-EC83-3F29-0756-73ADDD02E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99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Faculty / Advisor Module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reviews the student's gate pass request.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Approves or rejects the request based on validity.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HOD Module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student accounts and system records.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all gate pass activities and maintains reports.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Database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student details, gate pass requests, approvals, and logs.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records for security and future reference.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Security Module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staff verifies approved gate passes at the college gate.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or denies exit based on system verification.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5.System Flow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Request Gate Pass Manually → Faculty Approval → Database Update → Security Verification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153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4CB23-4F94-0D98-3795-F96BB69B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Technologies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F414E-E462-C211-6A72-47FE3147E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Front-End Technologies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create the structure of the web pages.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,BOOTSTRAP 5– Used to design and style the user interface.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Back-End Technologies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Manage gate pass approval, and connect with the database.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Database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store student details, gate pass requests, approvals, and records.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1607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D9D3A-9CA3-6DAF-7E74-AFCC561AF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653"/>
            <a:ext cx="10515600" cy="1199534"/>
          </a:xfrm>
        </p:spPr>
        <p:txBody>
          <a:bodyPr/>
          <a:lstStyle/>
          <a:p>
            <a:r>
              <a:rPr lang="en-US" dirty="0"/>
              <a:t>Second Review Completion Status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09CF2C9-E537-514F-7154-6D72E0D35C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62" y="1209368"/>
            <a:ext cx="8672052" cy="517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410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A00E-B83D-6EB1-C8AB-14B51B7F6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3740"/>
          </a:xfrm>
        </p:spPr>
        <p:txBody>
          <a:bodyPr/>
          <a:lstStyle/>
          <a:p>
            <a:r>
              <a:rPr lang="en-US" dirty="0"/>
              <a:t>How it Works- Advisor Module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0E671-FADF-0521-FCBB-26C12007B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342"/>
            <a:ext cx="10515600" cy="4731621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advisor logs into the system using their username and password.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Gate Pass Requests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advisor can see the list of gate pass requests submitted by students.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Request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advisor reviews details such as student name, reason for leaving, date, and return time.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 or Reject Request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advisor decides whether to approve or reject the gate pass request.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Update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approved, the request status is updated in the system and becomes visible to the security staff.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Maintenance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approved and rejected requests are stored in the database for future reference.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075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F04AA-4513-F592-2926-89ABF126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639"/>
            <a:ext cx="10515600" cy="894735"/>
          </a:xfrm>
        </p:spPr>
        <p:txBody>
          <a:bodyPr/>
          <a:lstStyle/>
          <a:p>
            <a:r>
              <a:rPr lang="en-US" dirty="0"/>
              <a:t>How it Works- HOD Module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75090-F935-DC93-136F-C395912C1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8026"/>
            <a:ext cx="10515600" cy="488893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HOD logs into the system using secure login credentials.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Approved Requests from Advisor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HOD can see the gate pass requests that were already reviewed by the advisor.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Student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HOD checks student information such as name, department, reason for leaving, and time.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Approval or Rejection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HOD gives the final approval or rejection for the gate pass.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Gate Pass Status Once approved, the gate pass becomes valid and can be verified by the security at the college gate.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requests and approvals are stored in the database for tracking and reporting.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884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2AD1E-2F37-8542-6113-99A37E3B9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07"/>
            <a:ext cx="10515600" cy="1032388"/>
          </a:xfrm>
        </p:spPr>
        <p:txBody>
          <a:bodyPr/>
          <a:lstStyle/>
          <a:p>
            <a:r>
              <a:rPr lang="en-US" dirty="0"/>
              <a:t>How it Works- Security Module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BA9AD-2D04-7E0A-6636-FE98066E2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78196"/>
            <a:ext cx="8946541" cy="4970204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Login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The security staff logs into the system using their credentials.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View Approved Gate Passes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displays the list of gate passes that are approved by the Advisor and HOD.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Verify Student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security checks the student ID and verifies the gate pass details in the system.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Allow Exit or Entry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the gate pass is valid, the student is allowed to leave or enter the campus.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Update Exit/Entry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records the time when the student exits or returns.-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Maintain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gate movements are stored in the database for monitoring and reporting.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4014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84EC1-DE6F-AFF3-2412-15B6C21C9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err="1"/>
              <a:t>Usecase</a:t>
            </a:r>
            <a:r>
              <a:rPr lang="en-US" dirty="0"/>
              <a:t> Diagram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16FD7A-7116-076F-72A2-F2BB66C8B0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195" y="1325563"/>
            <a:ext cx="7433186" cy="487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47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3838C-FB16-E758-57E9-D50C5175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06"/>
            <a:ext cx="10515600" cy="835742"/>
          </a:xfrm>
        </p:spPr>
        <p:txBody>
          <a:bodyPr/>
          <a:lstStyle/>
          <a:p>
            <a:r>
              <a:rPr lang="en-US" dirty="0"/>
              <a:t>Sequence Diagram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6441AA-628E-C57A-6B7A-D09DF1A94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890" y="1179871"/>
            <a:ext cx="8593394" cy="499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184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FA9D0-4856-DBB4-55BC-6095E65E6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0385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21327-75B5-075D-FB7C-2B9D0F370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510"/>
            <a:ext cx="10515600" cy="474145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Gate Pass Monitoring System helps colleges manage the entry and exit of students in an organized way. The system replaces the manual gate pass method with a digital and automated process. It helps teachers or administrators approve the request easily.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reduces paperwork, saves time, and improves campus security. All student movement records are stored in a database, which makes it easy for the college to track and monitor them.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Gate Pass Monitoring System is a simple and effective solution for managing student entry and exit in colleges. It helps improve safety, efficiency, and proper record management.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578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51F1F-4E78-52C9-6D39-7C13AA1CF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srgbClr val="EBEBEB"/>
              </a:solidFill>
              <a:effectLst/>
              <a:uLnTx/>
              <a:uFillTx/>
              <a:latin typeface="Century Gothic" panose="020B0502020202020204"/>
              <a:ea typeface="+mj-ea"/>
              <a:cs typeface="+mj-cs"/>
            </a:endParaRPr>
          </a:p>
          <a:p>
            <a:pPr marL="0" indent="0" algn="ctr">
              <a:buNone/>
            </a:pPr>
            <a:endParaRPr lang="en-US" sz="4200" dirty="0">
              <a:solidFill>
                <a:srgbClr val="EBEBEB"/>
              </a:solidFill>
              <a:latin typeface="Century Gothic" panose="020B0502020202020204"/>
            </a:endParaRPr>
          </a:p>
          <a:p>
            <a:pPr marL="0" indent="0" algn="ctr">
              <a:buNone/>
            </a:pPr>
            <a:r>
              <a:rPr kumimoji="0" lang="en-US" sz="4200" b="0" i="0" u="none" strike="noStrike" kern="120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16139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507</TotalTime>
  <Words>1281</Words>
  <Application>Microsoft Office PowerPoint</Application>
  <PresentationFormat>Widescreen</PresentationFormat>
  <Paragraphs>127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Century Gothic</vt:lpstr>
      <vt:lpstr>Franklin Gothic Demi Cond</vt:lpstr>
      <vt:lpstr>Times New Roman</vt:lpstr>
      <vt:lpstr>Wingdings</vt:lpstr>
      <vt:lpstr>Wingdings 3</vt:lpstr>
      <vt:lpstr>Ion</vt:lpstr>
      <vt:lpstr>GATEPASS MONITORING SYSTEM</vt:lpstr>
      <vt:lpstr>Table of Content</vt:lpstr>
      <vt:lpstr>Introduction</vt:lpstr>
      <vt:lpstr>Literature Review</vt:lpstr>
      <vt:lpstr>Second Review Objectives</vt:lpstr>
      <vt:lpstr>Problem Statements</vt:lpstr>
      <vt:lpstr>Proposed System Architecture</vt:lpstr>
      <vt:lpstr>Tools and Technologies</vt:lpstr>
      <vt:lpstr>Second Review Completion Status</vt:lpstr>
      <vt:lpstr>How it Works- Advisor Module</vt:lpstr>
      <vt:lpstr>How it Works- HOD Module</vt:lpstr>
      <vt:lpstr>How it Works- Security Module</vt:lpstr>
      <vt:lpstr>Usecase Diagram</vt:lpstr>
      <vt:lpstr>Sequence Diagram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Meenu V S</dc:creator>
  <cp:lastModifiedBy>RAHUL B</cp:lastModifiedBy>
  <cp:revision>8</cp:revision>
  <cp:lastPrinted>2026-03-13T05:03:56Z</cp:lastPrinted>
  <dcterms:created xsi:type="dcterms:W3CDTF">2026-03-12T13:00:49Z</dcterms:created>
  <dcterms:modified xsi:type="dcterms:W3CDTF">2026-03-13T05:18:36Z</dcterms:modified>
</cp:coreProperties>
</file>